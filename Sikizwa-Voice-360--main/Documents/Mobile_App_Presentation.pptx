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Mobile App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Multi-Device Application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mobile system with voice, reporting, and multi-device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Assistant</a:t>
            </a:r>
          </a:p>
          <a:p>
            <a:r>
              <a:t>Reporting System</a:t>
            </a:r>
          </a:p>
          <a:p>
            <a:r>
              <a:t>Secure Login</a:t>
            </a:r>
          </a:p>
          <a:p>
            <a:r>
              <a:t>Cross-device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Multi-Device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can switch between phone, tablet, TV, and smartwatch during signup.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commands, intelligent responses, and automation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Encrypted authentication and secure session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UI Preview</a:t>
            </a:r>
          </a:p>
        </p:txBody>
      </p:sp>
      <p:pic>
        <p:nvPicPr>
          <p:cNvPr id="3" name="Picture 2" descr="app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